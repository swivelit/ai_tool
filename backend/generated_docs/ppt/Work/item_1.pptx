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Morning Office Meeting 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Intent: reminder</a:t>
            </a:r>
          </a:p>
          <a:p>
            <a:r>
              <a:t>Category: Work</a:t>
            </a:r>
          </a:p>
          <a:p>
            <a:pPr lvl="1"/>
            <a:r>
              <a:t>Please set a reminder for the morning office meeting.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